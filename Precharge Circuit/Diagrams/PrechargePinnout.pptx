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8ADA-FFB3-85D4-9BBB-31C186A4A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8225F-207C-FFB1-3039-E514AA76B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A98FA-1CB8-B321-F34C-0D14D809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39C78-2F28-CEAB-01A0-0B6AB052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9A193-5008-0410-077D-EF75E3D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0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9337A-582D-F2F4-0E78-212CAB32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278BD-900E-35E5-5604-5DA1C1431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85129-C145-52F4-DC98-BB0377F1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D6E1-2F18-CC2A-6351-FA662A3D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D724F-EB64-9FBB-1D29-E3A1B064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6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31D7-6B12-77B2-E76E-B5AFCDD2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3E807-06A6-AC71-68B0-33CE0698F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23D25-9415-A18A-7E85-565CA3EC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912DE-196F-512A-659E-34CD6876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6E0F9-C011-DAEA-8B5D-0A87B481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6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1B70-EABA-4B2F-8341-38156DDB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898BE-B95D-5C27-585A-05013FABB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CE3A4-FFD0-8B8C-4556-2CC06F9B1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2F59F-1E1A-F677-B2F5-C1F0CF47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FDF59-23EA-0F07-1D22-CE2ACD71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0E2A8-0045-5C7F-5667-F4528B8F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01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A3FC-1D29-CCAA-30B4-C148921F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DBD9D-F025-2C0D-7C8D-229ABE124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832C7-50F7-AE37-76D7-729EAAFBF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CA812-7EDF-DA0E-3234-2EF1E1697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FD084-14AF-4702-6132-C81EA7F78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3460EB-34C1-4B2F-FC64-E541E05A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5812A3-C4C7-2E0F-0866-76CD525D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E047C-4927-DC18-239C-3C7B1CC3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0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1D6D-9660-0D74-C906-32D69CD7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DC510-4996-B4A6-E4EF-651DDF32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A51AF-A4A9-50B1-DA02-47ADB07A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A902E-6810-1D14-9FA9-028E8B68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8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DBB3B-8AE0-529F-A41E-64BF3C4F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22DC8-95AF-287C-0CA5-BB6E86C6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5E66D-3ED9-72A8-BC6C-48D33C49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1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22C1-F40D-19C0-B191-1730EB1E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0CCAA-8717-3016-2E01-F99DCABC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060D8-BD6F-AF23-AE86-20533A1B5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92C56-ED76-72C1-B97C-FD23B50D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1A7BE-0B16-00EB-6AB3-D805DCFE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3763D-1303-218B-1376-B2905E3A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9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43A6-F815-0AF6-9344-003301D9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5A8ADB-6248-B56F-30D4-560765C95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10AC8-61C1-86B2-C08A-059A4239F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EAA52-BEE0-78B4-8695-498C5007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855BF-4019-5178-06B6-79E0A42B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93CB6-EE03-0DF0-7F39-5F434887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1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94E2-722C-F0C1-8F32-047B9475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BCF34-28E4-7BC1-D789-D575CEB4C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77D5B-BBB0-D70E-E00F-AABDD2C3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78F8-F91F-5C87-9DB3-BA7B010E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AE93F-0CB7-357D-7AA0-C9043BE2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20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EC366-E636-335D-6352-F67AD3B3F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72B1C-465A-58FF-A650-60606BCBF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B535C-C07D-32B1-F66F-0AA1B09BC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24A25-3B07-BEE2-4BFD-2E5ABA9F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872C1-3B99-A2F0-5947-8C7E89AD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1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FF4622-16C7-2EB6-3FFD-17D1D6B5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5F2A3-83DC-9582-D0A0-DC135204F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89805-4E92-C4B8-9E50-7F1CAE175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C661B-7A30-4B6A-8900-4D3226B9EE9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2F19-A61E-15F6-2574-72963A224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3A670-0DF7-CAE1-929E-CDF438686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F5AB5-1428-4AE0-AEE8-673DAC7FA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6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68064F-FE1E-63D3-C502-BBBA9FDCB814}"/>
              </a:ext>
            </a:extLst>
          </p:cNvPr>
          <p:cNvGrpSpPr/>
          <p:nvPr/>
        </p:nvGrpSpPr>
        <p:grpSpPr>
          <a:xfrm>
            <a:off x="-69917" y="0"/>
            <a:ext cx="12350310" cy="7072100"/>
            <a:chOff x="-69917" y="0"/>
            <a:chExt cx="12350310" cy="7072100"/>
          </a:xfrm>
        </p:grpSpPr>
        <p:pic>
          <p:nvPicPr>
            <p:cNvPr id="5" name="Picture 4" descr="A computer chip with many different components&#10;&#10;AI-generated content may be incorrect.">
              <a:extLst>
                <a:ext uri="{FF2B5EF4-FFF2-40B4-BE49-F238E27FC236}">
                  <a16:creationId xmlns:a16="http://schemas.microsoft.com/office/drawing/2014/main" id="{B3CFFA2A-1D98-A869-62F1-60CCE6EBE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9"/>
            <a:stretch/>
          </p:blipFill>
          <p:spPr>
            <a:xfrm>
              <a:off x="0" y="0"/>
              <a:ext cx="12192000" cy="70721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D0A5081-9AA1-0BF3-57AB-3D0680082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0112" y="5733288"/>
              <a:ext cx="237744" cy="38404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3CFD779-B18C-A1E4-C370-5E99EA192C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22930" y="5759488"/>
              <a:ext cx="237744" cy="38404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EEA9D7-BEE0-1A08-4C49-D2DA84D0162B}"/>
                </a:ext>
              </a:extLst>
            </p:cNvPr>
            <p:cNvSpPr txBox="1"/>
            <p:nvPr/>
          </p:nvSpPr>
          <p:spPr>
            <a:xfrm>
              <a:off x="8077284" y="5820371"/>
              <a:ext cx="18928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rgbClr val="FF0000"/>
                  </a:solidFill>
                </a:rPr>
                <a:t>V+ </a:t>
              </a:r>
            </a:p>
            <a:p>
              <a:pPr algn="r"/>
              <a:r>
                <a:rPr lang="en-US" b="1" dirty="0">
                  <a:solidFill>
                    <a:srgbClr val="FF0000"/>
                  </a:solidFill>
                </a:rPr>
                <a:t>(Battery or 12V)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196F44-96A6-A048-2C7A-8A23526F4D1C}"/>
                </a:ext>
              </a:extLst>
            </p:cNvPr>
            <p:cNvSpPr txBox="1"/>
            <p:nvPr/>
          </p:nvSpPr>
          <p:spPr>
            <a:xfrm>
              <a:off x="10039822" y="6117336"/>
              <a:ext cx="679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GND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4BEDD9-1F88-B1B4-32C5-F007579144E9}"/>
                </a:ext>
              </a:extLst>
            </p:cNvPr>
            <p:cNvSpPr txBox="1"/>
            <p:nvPr/>
          </p:nvSpPr>
          <p:spPr>
            <a:xfrm>
              <a:off x="11347704" y="2212616"/>
              <a:ext cx="932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SHD IN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1C2C4A-3C61-F29E-01A0-A15563640A69}"/>
                </a:ext>
              </a:extLst>
            </p:cNvPr>
            <p:cNvSpPr txBox="1"/>
            <p:nvPr/>
          </p:nvSpPr>
          <p:spPr>
            <a:xfrm>
              <a:off x="8683691" y="3244334"/>
              <a:ext cx="679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GND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6212684-FD9D-1FB6-3F41-B613F3DE9B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63685" y="3154680"/>
              <a:ext cx="1278117" cy="27432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D129E7-F6F8-09DF-8773-F90F6731619A}"/>
                </a:ext>
              </a:extLst>
            </p:cNvPr>
            <p:cNvSpPr txBox="1"/>
            <p:nvPr/>
          </p:nvSpPr>
          <p:spPr>
            <a:xfrm>
              <a:off x="8466207" y="1798457"/>
              <a:ext cx="767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Relay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A74B9D-45C4-EEF5-E90D-F6661733E79B}"/>
                </a:ext>
              </a:extLst>
            </p:cNvPr>
            <p:cNvSpPr txBox="1"/>
            <p:nvPr/>
          </p:nvSpPr>
          <p:spPr>
            <a:xfrm>
              <a:off x="11543781" y="335138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AIR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91DC8EA-C73C-3DE0-3354-1936DD7557E0}"/>
                </a:ext>
              </a:extLst>
            </p:cNvPr>
            <p:cNvCxnSpPr>
              <a:cxnSpLocks/>
            </p:cNvCxnSpPr>
            <p:nvPr/>
          </p:nvCxnSpPr>
          <p:spPr>
            <a:xfrm>
              <a:off x="9233597" y="2027950"/>
              <a:ext cx="1289333" cy="74507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85A9055-0C32-8DDA-1346-C5A4A00CBDB4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 flipV="1">
              <a:off x="11042111" y="3244334"/>
              <a:ext cx="501670" cy="29171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DE5D230-0CA2-F450-B4D4-DA1810ADDC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111" y="2581948"/>
              <a:ext cx="501670" cy="19107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BD0EFC-B565-EB66-9725-E5CAC96AE47F}"/>
                </a:ext>
              </a:extLst>
            </p:cNvPr>
            <p:cNvSpPr txBox="1"/>
            <p:nvPr/>
          </p:nvSpPr>
          <p:spPr>
            <a:xfrm>
              <a:off x="-69917" y="3397550"/>
              <a:ext cx="7837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HV GND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6AD6ACC-1808-2B59-026B-2196341027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938" y="2990088"/>
              <a:ext cx="326281" cy="40010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BCC90AD-E8F9-180F-7AD0-886BF802B5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490" y="2677487"/>
              <a:ext cx="317121" cy="67389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9F2D2B8-4AAC-27D8-CD40-4ADDCDE5B1BD}"/>
                </a:ext>
              </a:extLst>
            </p:cNvPr>
            <p:cNvSpPr txBox="1"/>
            <p:nvPr/>
          </p:nvSpPr>
          <p:spPr>
            <a:xfrm>
              <a:off x="1729352" y="3166718"/>
              <a:ext cx="783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VBatt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B4EC48-28C6-3A4E-EFB7-1D9C56F57299}"/>
                </a:ext>
              </a:extLst>
            </p:cNvPr>
            <p:cNvSpPr txBox="1"/>
            <p:nvPr/>
          </p:nvSpPr>
          <p:spPr>
            <a:xfrm>
              <a:off x="1729352" y="2677487"/>
              <a:ext cx="783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VInv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90539FF-52F2-5E35-EBA0-4AC1C1363901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 flipV="1">
              <a:off x="1042920" y="3014435"/>
              <a:ext cx="686432" cy="33694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DEB4C02-E7D2-AEB6-30F8-70086FC02835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 flipV="1">
              <a:off x="1042920" y="2653937"/>
              <a:ext cx="686432" cy="20821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060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17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Hopper, Blake Austin</dc:creator>
  <cp:lastModifiedBy>Hopper, Blake Austin</cp:lastModifiedBy>
  <cp:revision>1</cp:revision>
  <dcterms:created xsi:type="dcterms:W3CDTF">2025-04-09T20:49:45Z</dcterms:created>
  <dcterms:modified xsi:type="dcterms:W3CDTF">2025-04-10T15:03:04Z</dcterms:modified>
</cp:coreProperties>
</file>